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3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85" d="100"/>
          <a:sy n="85" d="100"/>
        </p:scale>
        <p:origin x="547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DF7D4F-0E4C-4AC7-B778-FB70EB1B5088}" type="datetimeFigureOut">
              <a:rPr lang="en-US" smtClean="0"/>
              <a:t>13-May-26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F2AFC9-0AFC-492A-BB00-18693DDE5C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56925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DF7D4F-0E4C-4AC7-B778-FB70EB1B5088}" type="datetimeFigureOut">
              <a:rPr lang="en-US" smtClean="0"/>
              <a:t>13-May-26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F2AFC9-0AFC-492A-BB00-18693DDE5C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10341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DF7D4F-0E4C-4AC7-B778-FB70EB1B5088}" type="datetimeFigureOut">
              <a:rPr lang="en-US" smtClean="0"/>
              <a:t>13-May-26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F2AFC9-0AFC-492A-BB00-18693DDE5C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6275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DF7D4F-0E4C-4AC7-B778-FB70EB1B5088}" type="datetimeFigureOut">
              <a:rPr lang="en-US" smtClean="0"/>
              <a:t>13-May-26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F2AFC9-0AFC-492A-BB00-18693DDE5C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03443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DF7D4F-0E4C-4AC7-B778-FB70EB1B5088}" type="datetimeFigureOut">
              <a:rPr lang="en-US" smtClean="0"/>
              <a:t>13-May-26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F2AFC9-0AFC-492A-BB00-18693DDE5C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13275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DF7D4F-0E4C-4AC7-B778-FB70EB1B5088}" type="datetimeFigureOut">
              <a:rPr lang="en-US" smtClean="0"/>
              <a:t>13-May-26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F2AFC9-0AFC-492A-BB00-18693DDE5C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0777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DF7D4F-0E4C-4AC7-B778-FB70EB1B5088}" type="datetimeFigureOut">
              <a:rPr lang="en-US" smtClean="0"/>
              <a:t>13-May-26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F2AFC9-0AFC-492A-BB00-18693DDE5C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11283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DF7D4F-0E4C-4AC7-B778-FB70EB1B5088}" type="datetimeFigureOut">
              <a:rPr lang="en-US" smtClean="0"/>
              <a:t>13-May-26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F2AFC9-0AFC-492A-BB00-18693DDE5C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0611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DF7D4F-0E4C-4AC7-B778-FB70EB1B5088}" type="datetimeFigureOut">
              <a:rPr lang="en-US" smtClean="0"/>
              <a:t>13-May-26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F2AFC9-0AFC-492A-BB00-18693DDE5C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53914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DF7D4F-0E4C-4AC7-B778-FB70EB1B5088}" type="datetimeFigureOut">
              <a:rPr lang="en-US" smtClean="0"/>
              <a:t>13-May-26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F2AFC9-0AFC-492A-BB00-18693DDE5C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44810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DF7D4F-0E4C-4AC7-B778-FB70EB1B5088}" type="datetimeFigureOut">
              <a:rPr lang="en-US" smtClean="0"/>
              <a:t>13-May-26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F2AFC9-0AFC-492A-BB00-18693DDE5C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76350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BDF7D4F-0E4C-4AC7-B778-FB70EB1B5088}" type="datetimeFigureOut">
              <a:rPr lang="en-US" smtClean="0"/>
              <a:t>13-May-26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F2AFC9-0AFC-492A-BB00-18693DDE5C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13928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://localhost:5000/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How to </a:t>
            </a:r>
            <a:r>
              <a:rPr lang="en-US"/>
              <a:t>use TFT</a:t>
            </a:r>
            <a:br>
              <a:rPr lang="en-US" dirty="0"/>
            </a:br>
            <a:r>
              <a:rPr lang="en-US" dirty="0"/>
              <a:t>MS Print head Dashboard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Beta version  13-05-2026</a:t>
            </a:r>
          </a:p>
        </p:txBody>
      </p:sp>
    </p:spTree>
    <p:extLst>
      <p:ext uri="{BB962C8B-B14F-4D97-AF65-F5344CB8AC3E}">
        <p14:creationId xmlns:p14="http://schemas.microsoft.com/office/powerpoint/2010/main" val="25702936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use MS Print head Dashboard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974572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1) Go to ‘C:\Users\</a:t>
            </a:r>
            <a:r>
              <a:rPr lang="en-US" dirty="0" err="1"/>
              <a:t>Graphic.p</a:t>
            </a:r>
            <a:r>
              <a:rPr lang="en-US" dirty="0"/>
              <a:t>\Documents\check </a:t>
            </a:r>
            <a:r>
              <a:rPr lang="en-US" dirty="0" err="1"/>
              <a:t>ms</a:t>
            </a:r>
            <a:r>
              <a:rPr lang="en-US" dirty="0"/>
              <a:t> Print head’ at G2-PC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5318" b="58424"/>
          <a:stretch/>
        </p:blipFill>
        <p:spPr>
          <a:xfrm>
            <a:off x="1723505" y="2364019"/>
            <a:ext cx="8744989" cy="37400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63390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use MS Print head Dashboard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2) Click ‘start.bat’ to run script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5318" b="58424"/>
          <a:stretch/>
        </p:blipFill>
        <p:spPr>
          <a:xfrm>
            <a:off x="1723505" y="2364019"/>
            <a:ext cx="8744989" cy="3740063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4430684" y="5004262"/>
            <a:ext cx="955963" cy="24938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13803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use MS Print head Dashboard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3) After click ‘start.bat’ to run terminal ‘MS printer’ show</a:t>
            </a:r>
          </a:p>
          <a:p>
            <a:pPr marL="0" indent="0">
              <a:buNone/>
            </a:pPr>
            <a:r>
              <a:rPr lang="en-US" dirty="0"/>
              <a:t>     </a:t>
            </a:r>
            <a:r>
              <a:rPr lang="en-US" u="sng" dirty="0"/>
              <a:t>Remark</a:t>
            </a:r>
            <a:r>
              <a:rPr lang="en-US" dirty="0"/>
              <a:t>: If this script close and not run. This process not run and can’t access to dashboard.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6541" b="50299"/>
          <a:stretch/>
        </p:blipFill>
        <p:spPr>
          <a:xfrm>
            <a:off x="2881643" y="3251190"/>
            <a:ext cx="6428713" cy="33619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89878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use MS Print head Dashboard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4) How to go dashboard</a:t>
            </a:r>
          </a:p>
          <a:p>
            <a:pPr marL="0" indent="0">
              <a:buNone/>
            </a:pPr>
            <a:r>
              <a:rPr lang="en-US" dirty="0"/>
              <a:t>	- At G2-PC: </a:t>
            </a:r>
            <a:r>
              <a:rPr lang="en-US" dirty="0">
                <a:hlinkClick r:id="rId2"/>
              </a:rPr>
              <a:t>http://localhost:5000/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	- Other-PC: G2-IP_Address:5000/ (Now: 192.168.5.200:5000)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3"/>
          <a:srcRect t="3808" b="17515"/>
          <a:stretch/>
        </p:blipFill>
        <p:spPr>
          <a:xfrm>
            <a:off x="2387831" y="3439127"/>
            <a:ext cx="6991301" cy="3094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83518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use MS Print head Dashboard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4578531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5) Menu in dashboard</a:t>
            </a:r>
          </a:p>
          <a:p>
            <a:pPr marL="0" indent="0">
              <a:buNone/>
            </a:pPr>
            <a:r>
              <a:rPr lang="en-US" dirty="0"/>
              <a:t>  5.1 Dashboard:</a:t>
            </a:r>
          </a:p>
          <a:p>
            <a:pPr marL="0" indent="0">
              <a:buNone/>
            </a:pPr>
            <a:r>
              <a:rPr lang="en-US" dirty="0"/>
              <a:t>  5.3 History: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/>
          <a:srcRect t="3808" b="46798"/>
          <a:stretch/>
        </p:blipFill>
        <p:spPr>
          <a:xfrm>
            <a:off x="222910" y="3594163"/>
            <a:ext cx="11746180" cy="3263837"/>
          </a:xfrm>
          <a:prstGeom prst="rect">
            <a:avLst/>
          </a:prstGeom>
        </p:spPr>
      </p:pic>
      <p:sp>
        <p:nvSpPr>
          <p:cNvPr id="6" name="Content Placeholder 2"/>
          <p:cNvSpPr txBox="1">
            <a:spLocks/>
          </p:cNvSpPr>
          <p:nvPr/>
        </p:nvSpPr>
        <p:spPr>
          <a:xfrm>
            <a:off x="6403645" y="1825625"/>
            <a:ext cx="4578531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5.2 Serial:</a:t>
            </a:r>
          </a:p>
          <a:p>
            <a:pPr marL="0" indent="0">
              <a:buNone/>
            </a:pPr>
            <a:r>
              <a:rPr lang="en-US" dirty="0"/>
              <a:t>5.4 All Serial Numbers :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33609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use MS Print head Dashboard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6) Dashboard page:</a:t>
            </a:r>
          </a:p>
          <a:p>
            <a:pPr marL="0" indent="0">
              <a:buNone/>
            </a:pPr>
            <a:r>
              <a:rPr lang="en-US" dirty="0"/>
              <a:t>  - Show status print head machine Ms01 to 15 and Ms17 (Not </a:t>
            </a:r>
            <a:r>
              <a:rPr lang="en-US" dirty="0" err="1"/>
              <a:t>Atexco</a:t>
            </a:r>
            <a:r>
              <a:rPr lang="en-US" dirty="0"/>
              <a:t> Ms16)</a:t>
            </a:r>
          </a:p>
          <a:p>
            <a:pPr marL="0" indent="0">
              <a:buNone/>
            </a:pPr>
            <a:r>
              <a:rPr lang="en-US" dirty="0"/>
              <a:t>  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/>
          <a:srcRect t="3808" b="46798"/>
          <a:stretch/>
        </p:blipFill>
        <p:spPr>
          <a:xfrm>
            <a:off x="222910" y="3594163"/>
            <a:ext cx="11746180" cy="32638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44476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use MS Print head Dashboard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7) History page:</a:t>
            </a:r>
          </a:p>
          <a:p>
            <a:pPr marL="0" indent="0">
              <a:buNone/>
            </a:pPr>
            <a:r>
              <a:rPr lang="en-US" dirty="0"/>
              <a:t>  - Dashboard: Show status Current installed and Uninstalled machine Ms01 to 15 and Ms17 (Not </a:t>
            </a:r>
            <a:r>
              <a:rPr lang="en-US" dirty="0" err="1"/>
              <a:t>Atexco</a:t>
            </a:r>
            <a:r>
              <a:rPr lang="en-US" dirty="0"/>
              <a:t> Ms16)</a:t>
            </a:r>
          </a:p>
          <a:p>
            <a:pPr marL="0" indent="0">
              <a:buNone/>
            </a:pPr>
            <a:r>
              <a:rPr lang="en-US" dirty="0"/>
              <a:t>  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961" b="4510"/>
          <a:stretch/>
        </p:blipFill>
        <p:spPr>
          <a:xfrm>
            <a:off x="2865120" y="3332192"/>
            <a:ext cx="6450706" cy="33211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55330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use MS Print head Dashboard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2298700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8) Serial No. Search page:</a:t>
            </a:r>
          </a:p>
          <a:p>
            <a:pPr marL="0" indent="0">
              <a:buNone/>
            </a:pPr>
            <a:r>
              <a:rPr lang="en-US" dirty="0"/>
              <a:t>  - Input serial No. Print head to check status and timeline. 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428" b="69270"/>
          <a:stretch/>
        </p:blipFill>
        <p:spPr>
          <a:xfrm>
            <a:off x="2033451" y="2743985"/>
            <a:ext cx="8125097" cy="1247784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3"/>
          <a:srcRect l="28333" t="13392" r="28245" b="43723"/>
          <a:stretch/>
        </p:blipFill>
        <p:spPr>
          <a:xfrm>
            <a:off x="6778333" y="4215597"/>
            <a:ext cx="4575467" cy="254192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38200" y="4259262"/>
            <a:ext cx="581025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 - After input Serial No. this page show timeline machine and longtime to use.</a:t>
            </a:r>
          </a:p>
        </p:txBody>
      </p:sp>
    </p:spTree>
    <p:extLst>
      <p:ext uri="{BB962C8B-B14F-4D97-AF65-F5344CB8AC3E}">
        <p14:creationId xmlns:p14="http://schemas.microsoft.com/office/powerpoint/2010/main" val="17477834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use MS Print head Dashboard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2298700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9) All Serial Numbers page:</a:t>
            </a:r>
          </a:p>
          <a:p>
            <a:pPr marL="0" indent="0">
              <a:buNone/>
            </a:pPr>
            <a:r>
              <a:rPr lang="en-US" dirty="0"/>
              <a:t>  - Show all Serial Numbers installed and uninstalled. Check active and not active or not and export to excel file.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867" b="3424"/>
          <a:stretch/>
        </p:blipFill>
        <p:spPr>
          <a:xfrm>
            <a:off x="2533650" y="3287903"/>
            <a:ext cx="6524625" cy="34024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94930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use MS Print head Dashboard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2298700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9) All Serial Numbers page:</a:t>
            </a:r>
          </a:p>
          <a:p>
            <a:pPr marL="0" indent="0">
              <a:buNone/>
            </a:pPr>
            <a:r>
              <a:rPr lang="en-US" dirty="0"/>
              <a:t>  - Data in excel file.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/>
          <a:srcRect b="7592"/>
          <a:stretch/>
        </p:blipFill>
        <p:spPr>
          <a:xfrm>
            <a:off x="2681468" y="2974975"/>
            <a:ext cx="6829063" cy="35496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89869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119</TotalTime>
  <Words>339</Words>
  <Application>Microsoft Office PowerPoint</Application>
  <PresentationFormat>Widescreen</PresentationFormat>
  <Paragraphs>38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Calibri Light</vt:lpstr>
      <vt:lpstr>Office Theme</vt:lpstr>
      <vt:lpstr>How to use TFT MS Print head Dashboard</vt:lpstr>
      <vt:lpstr>How to use MS Print head Dashboard</vt:lpstr>
      <vt:lpstr>How to use MS Print head Dashboard</vt:lpstr>
      <vt:lpstr>How to use MS Print head Dashboard</vt:lpstr>
      <vt:lpstr>How to use MS Print head Dashboard</vt:lpstr>
      <vt:lpstr>How to use MS Print head Dashboard</vt:lpstr>
      <vt:lpstr>How to use MS Print head Dashboard</vt:lpstr>
      <vt:lpstr>How to use MS Print head Dashboard</vt:lpstr>
      <vt:lpstr>How to use MS Print head Dashboard</vt:lpstr>
      <vt:lpstr>How to use MS Print head Dashboard</vt:lpstr>
      <vt:lpstr>How to use MS Print head Dashboard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How to use  MS Printhead Dashboard</dc:title>
  <dc:creator>Graphic.P</dc:creator>
  <cp:lastModifiedBy>Thitithach.T</cp:lastModifiedBy>
  <cp:revision>7</cp:revision>
  <dcterms:created xsi:type="dcterms:W3CDTF">2026-05-13T04:09:04Z</dcterms:created>
  <dcterms:modified xsi:type="dcterms:W3CDTF">2026-05-13T10:07:51Z</dcterms:modified>
</cp:coreProperties>
</file>